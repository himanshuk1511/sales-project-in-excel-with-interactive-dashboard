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CC151-E144-E5B9-2E4D-EAC85E0A90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CAF1C0-5F79-806D-512C-EF13D1B249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AE5C1-8C6A-FEA7-DEAA-E2AC4D4F4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F1D50-908F-4116-9201-26A569A4F884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6B3B00-AFA6-7F1F-4559-12B78D612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180FFC-0A43-9CD6-FE0B-B0165A0F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DD2D-AABB-4B96-B83A-1FEC9E361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740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1F64D-A761-6DB4-B304-781DC5779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C101D-DF52-34B2-1862-0315413ECD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E76AE-773A-D9E2-696B-1F593FB68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F1D50-908F-4116-9201-26A569A4F884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EBC27-184C-B1A2-806D-570C76C6C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95C83D-EDDA-96CC-9ECA-4B09B5339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DD2D-AABB-4B96-B83A-1FEC9E361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1149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72163-E718-BA6B-92E1-214F6C8C4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BA8F17-B610-5042-4DEF-F7F43B5A95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8F5B2C-03CA-1605-B4CF-A084E93AD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F1D50-908F-4116-9201-26A569A4F884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6AD5CC-00BE-AE3C-ACEF-65CAC0709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0FDC22-DE04-D3CB-D7A1-622BEC965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DD2D-AABB-4B96-B83A-1FEC9E361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0224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CAA8F-365C-E3EC-0EEA-6159C0C16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5705D-3961-60D0-29C4-E31466EAE3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AEDDE1-B36D-BBDC-3C84-C569C61F2A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75FCA7-C6B1-435F-2C67-21F768C8F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F1D50-908F-4116-9201-26A569A4F884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A23208-00D5-80D3-13BE-36821E51B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3FEC50-A73C-2E95-1599-BE5781C0E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DD2D-AABB-4B96-B83A-1FEC9E361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335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FED2F-EE84-1EC3-FE84-85EBD218A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CE673C-F4E8-2F73-C75E-B613DCC1A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A2A92-A8B0-41B0-B370-3E8ACB4E09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1F479C-F95F-EE18-D9FD-E001CAC799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730D9B-22C6-8E8A-E5A9-BBE51BC640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3EDF0E-9025-7621-FB04-F3F74F56C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F1D50-908F-4116-9201-26A569A4F884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5181E8-A666-4B5F-8010-8CB8AE49C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58B1FB-3F34-EB9D-090D-5E74B09E9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DD2D-AABB-4B96-B83A-1FEC9E361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0536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7F7BA-8A04-9FD1-967F-CC444E924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08B9C7-3214-79A0-209E-3D42B9799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F1D50-908F-4116-9201-26A569A4F884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BD042A-894F-6AC0-FB16-D991D5CCB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3D0D07-A20B-008E-84D0-FEB137505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DD2D-AABB-4B96-B83A-1FEC9E361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0074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338163-F0AD-DE1F-AF7C-29DE8B366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F1D50-908F-4116-9201-26A569A4F884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2A2005-A084-B4D0-643F-D4B0CD883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9DE078-622A-517D-FE00-C0A1636CA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DD2D-AABB-4B96-B83A-1FEC9E361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0276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FF472-B187-0D88-4C07-38ED616F4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55E59-2744-7E17-B69E-39B4CC072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E4ED57-1158-944A-5E9C-05EE8343D9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1FBEAB-CA8D-A566-FF4E-E8A3E2A85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F1D50-908F-4116-9201-26A569A4F884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9B9E5D-DB83-139E-8F57-1B7D44E0B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216F99-662F-03FA-101D-9AF2EF8E9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DD2D-AABB-4B96-B83A-1FEC9E361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7908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CF816-F7DA-2266-C3F2-9BD0579EF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FFC3F8-A63C-FF81-B465-882BAF7BDC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618661-D68E-6DCE-08F8-268883B471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CC6FAA-EE63-583E-11A1-B2F921A9A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F1D50-908F-4116-9201-26A569A4F884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9C7A27-C643-49C5-C101-BBB15FC2F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F20AD4-3E6C-369C-1A00-6919B7EB6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DD2D-AABB-4B96-B83A-1FEC9E361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716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874BD-8A01-5EBC-A88B-98949265C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5F760C-80CB-E633-257A-9F71897B4E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2B81CB-C491-1BC1-4F50-49145304E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F1D50-908F-4116-9201-26A569A4F884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86B9D3-F7F2-5915-EB38-041D5F3AE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D98F3B-0F02-F97C-8D92-B86EE8940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DD2D-AABB-4B96-B83A-1FEC9E361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727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C716B1-B74F-0FAF-9F41-7E962761ED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9385CD-A333-EF55-BEDF-5B21FC897D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35CD0F-F2B8-20C9-D8AC-D45FF46F9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F1D50-908F-4116-9201-26A569A4F884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C39B45-4116-102E-9370-FDC21F7A4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86D05-3488-3598-F299-491474069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DD2D-AABB-4B96-B83A-1FEC9E361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378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AE7D82-C046-BFDF-BEBD-550860A76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984E99-7FC6-6D35-0EB1-73E1A3614A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EA9649-31E3-38A8-D47E-47B96D2867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CF1D50-908F-4116-9201-26A569A4F884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D9811-973E-4204-6ADE-0EFFCFB3B2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75BBA0-A9CC-01D3-2330-2CD97ABC0B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ECDD2D-AABB-4B96-B83A-1FEC9E361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451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EC3ABE-6E82-C8F8-FB8E-D7387A6FE3B9}"/>
              </a:ext>
            </a:extLst>
          </p:cNvPr>
          <p:cNvSpPr txBox="1"/>
          <p:nvPr/>
        </p:nvSpPr>
        <p:spPr>
          <a:xfrm>
            <a:off x="2197101" y="735283"/>
            <a:ext cx="4978399" cy="31650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Vrinda Store Annual Report 2022</a:t>
            </a:r>
          </a:p>
        </p:txBody>
      </p:sp>
      <p:pic>
        <p:nvPicPr>
          <p:cNvPr id="16" name="Graphic 15" descr="Store">
            <a:extLst>
              <a:ext uri="{FF2B5EF4-FFF2-40B4-BE49-F238E27FC236}">
                <a16:creationId xmlns:a16="http://schemas.microsoft.com/office/drawing/2014/main" id="{E23B482F-21FA-E6FE-E30E-897C7C2606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18" name="Graphic 17" descr="Store">
            <a:extLst>
              <a:ext uri="{FF2B5EF4-FFF2-40B4-BE49-F238E27FC236}">
                <a16:creationId xmlns:a16="http://schemas.microsoft.com/office/drawing/2014/main" id="{91D40E77-2247-4976-BB4D-0BA6ECAD5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600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ADAE9B6-162E-8FF4-B76E-014F1B8E7E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0390"/>
            <a:ext cx="12192000" cy="5840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445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7B3A7-577B-C267-279B-0E91B75AE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1089545-2B11-F991-A440-C8261BC3F964}"/>
              </a:ext>
            </a:extLst>
          </p:cNvPr>
          <p:cNvSpPr txBox="1"/>
          <p:nvPr/>
        </p:nvSpPr>
        <p:spPr>
          <a:xfrm>
            <a:off x="509665" y="868633"/>
            <a:ext cx="1146747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Sample Insights</a:t>
            </a:r>
            <a:endParaRPr lang="en-IN" sz="280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IN" sz="2800" dirty="0"/>
              <a:t>Women are more likely to buy compared to men (~65%) </a:t>
            </a: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IN" sz="2800" dirty="0"/>
              <a:t>Maharashtra, Karnataka and Uttar Pradesh are the top 3 states (~35%)</a:t>
            </a: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IN" sz="2800" dirty="0"/>
              <a:t>Adult age group (30-49 yrs) is max contributing (~50%) </a:t>
            </a: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IN" sz="2800" dirty="0"/>
              <a:t>Amazon, Flipkart and Myntra channels are max contributing (~80%)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800" dirty="0"/>
          </a:p>
          <a:p>
            <a:pPr>
              <a:buNone/>
            </a:pPr>
            <a:r>
              <a:rPr lang="en-IN" sz="28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Final Conclusion to improve Vrinda store sales:</a:t>
            </a:r>
          </a:p>
          <a:p>
            <a:pPr marL="457200" indent="-457200"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IN" sz="2800" dirty="0"/>
              <a:t>Target women customers of age group (30-49 yrs) living in Maharashtra, Karnataka and Uttar Pradesh by showing ads/offers/coupons available on Amazon, Flipkart and Myntra</a:t>
            </a:r>
          </a:p>
        </p:txBody>
      </p:sp>
    </p:spTree>
    <p:extLst>
      <p:ext uri="{BB962C8B-B14F-4D97-AF65-F5344CB8AC3E}">
        <p14:creationId xmlns:p14="http://schemas.microsoft.com/office/powerpoint/2010/main" val="1275399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25</TotalTime>
  <Words>99</Words>
  <Application>Microsoft Office PowerPoint</Application>
  <PresentationFormat>Widescreen</PresentationFormat>
  <Paragraphs>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Himanshu Kumar</dc:creator>
  <cp:lastModifiedBy>Himanshu Kumar</cp:lastModifiedBy>
  <cp:revision>1</cp:revision>
  <dcterms:created xsi:type="dcterms:W3CDTF">2026-03-23T20:39:46Z</dcterms:created>
  <dcterms:modified xsi:type="dcterms:W3CDTF">2026-03-23T21:05:01Z</dcterms:modified>
</cp:coreProperties>
</file>